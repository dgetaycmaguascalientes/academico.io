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6"/>
  </p:notesMasterIdLst>
  <p:handoutMasterIdLst>
    <p:handoutMasterId r:id="rId7"/>
  </p:handoutMasterIdLst>
  <p:sldIdLst>
    <p:sldId id="348" r:id="rId5"/>
  </p:sldIdLst>
  <p:sldSz cx="12192000" cy="6858000"/>
  <p:notesSz cx="6858000" cy="9144000"/>
  <p:embeddedFontLst>
    <p:embeddedFont>
      <p:font typeface="Noto Sans Medium" panose="020B0604020202020204" charset="0"/>
      <p:regular r:id="rId8"/>
      <p:italic r:id="rId9"/>
    </p:embeddedFont>
  </p:embeddedFontLst>
  <p:defaultTextStyle>
    <a:defPPr>
      <a:defRPr lang="es-MX"/>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B4E"/>
    <a:srgbClr val="9C2148"/>
    <a:srgbClr val="6E152E"/>
    <a:srgbClr val="E7D395"/>
    <a:srgbClr val="BC945A"/>
    <a:srgbClr val="DEC9A2"/>
    <a:srgbClr val="245C4F"/>
    <a:srgbClr val="A42145"/>
    <a:srgbClr val="404040"/>
    <a:srgbClr val="691B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120CE-045E-4B69-ADD2-0F960FF2525E}" v="123" dt="2026-09-09T18:05:13.72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1" autoAdjust="0"/>
    <p:restoredTop sz="84162" autoAdjust="0"/>
  </p:normalViewPr>
  <p:slideViewPr>
    <p:cSldViewPr snapToGrid="0" snapToObjects="1">
      <p:cViewPr varScale="1">
        <p:scale>
          <a:sx n="73" d="100"/>
          <a:sy n="73" d="100"/>
        </p:scale>
        <p:origin x="143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7" d="100"/>
          <a:sy n="67" d="100"/>
        </p:scale>
        <p:origin x="3312"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ont2.fntdata"/><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7927D54E-8C2E-5140-8C91-3FEA4A3A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F2D13BB7-3677-894F-9A14-A006787831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5092CE-056A-8E4F-AA38-7AF6D4E38A72}" type="datetimeFigureOut">
              <a:rPr lang="es-MX" smtClean="0"/>
              <a:t>28/10/2026</a:t>
            </a:fld>
            <a:endParaRPr lang="es-MX"/>
          </a:p>
        </p:txBody>
      </p:sp>
      <p:sp>
        <p:nvSpPr>
          <p:cNvPr id="4" name="Marcador de pie de página 3">
            <a:extLst>
              <a:ext uri="{FF2B5EF4-FFF2-40B4-BE49-F238E27FC236}">
                <a16:creationId xmlns:a16="http://schemas.microsoft.com/office/drawing/2014/main" id="{21DC28EA-8CAC-E143-B39A-5889FAF729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68C73B85-DAD0-4144-A9F5-B99516FD33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83F5F3-A0C0-064E-A21B-3D52FC9E23D3}" type="slidenum">
              <a:rPr lang="es-MX" smtClean="0"/>
              <a:t>‹Nº›</a:t>
            </a:fld>
            <a:endParaRPr lang="es-MX"/>
          </a:p>
        </p:txBody>
      </p:sp>
    </p:spTree>
    <p:extLst>
      <p:ext uri="{BB962C8B-B14F-4D97-AF65-F5344CB8AC3E}">
        <p14:creationId xmlns:p14="http://schemas.microsoft.com/office/powerpoint/2010/main" val="2495397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E016B-CAC3-6B4C-90C0-D7AA6A747DA3}" type="datetimeFigureOut">
              <a:rPr lang="es-MX" smtClean="0"/>
              <a:t>28/10/2026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F3107-FFE8-3645-B89F-777090C37BF5}" type="slidenum">
              <a:rPr lang="es-MX" smtClean="0"/>
              <a:t>‹Nº›</a:t>
            </a:fld>
            <a:endParaRPr lang="es-MX"/>
          </a:p>
        </p:txBody>
      </p:sp>
    </p:spTree>
    <p:extLst>
      <p:ext uri="{BB962C8B-B14F-4D97-AF65-F5344CB8AC3E}">
        <p14:creationId xmlns:p14="http://schemas.microsoft.com/office/powerpoint/2010/main" val="3198904202"/>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5FA3155-C2F3-281E-9E5D-2F820D82BE4B}"/>
              </a:ext>
            </a:extLst>
          </p:cNvPr>
          <p:cNvSpPr>
            <a:spLocks noGrp="1"/>
          </p:cNvSpPr>
          <p:nvPr>
            <p:ph type="title" hasCustomPrompt="1"/>
          </p:nvPr>
        </p:nvSpPr>
        <p:spPr>
          <a:xfrm>
            <a:off x="3006246" y="1955870"/>
            <a:ext cx="8822533" cy="1325563"/>
          </a:xfrm>
          <a:prstGeom prst="rect">
            <a:avLst/>
          </a:prstGeom>
          <a:noFill/>
        </p:spPr>
        <p:txBody>
          <a:bodyPr/>
          <a:lstStyle>
            <a:lvl1pPr algn="l">
              <a:defRPr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9" name="Marcador de contenido 2">
            <a:extLst>
              <a:ext uri="{FF2B5EF4-FFF2-40B4-BE49-F238E27FC236}">
                <a16:creationId xmlns:a16="http://schemas.microsoft.com/office/drawing/2014/main" id="{FD7975D1-8E3E-676E-939C-B03AD0234A3F}"/>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rgbClr val="E7D395"/>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1916416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EE6A5B-64E1-B558-A913-65E0DB3EBC3E}"/>
              </a:ext>
            </a:extLst>
          </p:cNvPr>
          <p:cNvSpPr>
            <a:spLocks noGrp="1"/>
          </p:cNvSpPr>
          <p:nvPr>
            <p:ph type="title" hasCustomPrompt="1"/>
          </p:nvPr>
        </p:nvSpPr>
        <p:spPr>
          <a:xfrm>
            <a:off x="3006246" y="1955870"/>
            <a:ext cx="8822533" cy="1325563"/>
          </a:xfrm>
          <a:prstGeom prst="rect">
            <a:avLst/>
          </a:prstGeom>
          <a:noFill/>
        </p:spPr>
        <p:txBody>
          <a:bodyPr/>
          <a:lstStyle>
            <a:lvl1pPr algn="l">
              <a:defRPr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3" name="Marcador de contenido 2">
            <a:extLst>
              <a:ext uri="{FF2B5EF4-FFF2-40B4-BE49-F238E27FC236}">
                <a16:creationId xmlns:a16="http://schemas.microsoft.com/office/drawing/2014/main" id="{68A70B2C-1C08-A504-6DF2-AE2184A5519C}"/>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rgbClr val="E7D395"/>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2877643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29FCE891-2873-1849-A37C-A2CF6D30A712}"/>
              </a:ext>
            </a:extLst>
          </p:cNvPr>
          <p:cNvSpPr txBox="1">
            <a:spLocks/>
          </p:cNvSpPr>
          <p:nvPr userDrawn="1"/>
        </p:nvSpPr>
        <p:spPr>
          <a:xfrm>
            <a:off x="838200" y="1669777"/>
            <a:ext cx="10515600" cy="1325563"/>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400" b="0" i="0" kern="1200">
                <a:solidFill>
                  <a:srgbClr val="A42145"/>
                </a:solidFill>
                <a:latin typeface="Montserrat SemiBold" panose="00000700000000000000" pitchFamily="2" charset="0"/>
                <a:ea typeface="+mj-ea"/>
                <a:cs typeface="+mj-cs"/>
              </a:defRPr>
            </a:lvl1pPr>
          </a:lstStyle>
          <a:p>
            <a:endParaRPr lang="es-MX" sz="4400" dirty="0"/>
          </a:p>
        </p:txBody>
      </p:sp>
      <p:sp>
        <p:nvSpPr>
          <p:cNvPr id="2" name="Título 1">
            <a:extLst>
              <a:ext uri="{FF2B5EF4-FFF2-40B4-BE49-F238E27FC236}">
                <a16:creationId xmlns:a16="http://schemas.microsoft.com/office/drawing/2014/main" id="{D3137A33-B79A-F64E-F541-047F8AB686E6}"/>
              </a:ext>
            </a:extLst>
          </p:cNvPr>
          <p:cNvSpPr>
            <a:spLocks noGrp="1"/>
          </p:cNvSpPr>
          <p:nvPr>
            <p:ph type="title" hasCustomPrompt="1"/>
          </p:nvPr>
        </p:nvSpPr>
        <p:spPr>
          <a:xfrm>
            <a:off x="3006246" y="1955870"/>
            <a:ext cx="8822533" cy="1325563"/>
          </a:xfrm>
          <a:prstGeom prst="rect">
            <a:avLst/>
          </a:prstGeom>
          <a:noFill/>
        </p:spPr>
        <p:txBody>
          <a:bodyPr/>
          <a:lstStyle>
            <a:lvl1pPr algn="l">
              <a:defRPr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8" name="Marcador de contenido 2">
            <a:extLst>
              <a:ext uri="{FF2B5EF4-FFF2-40B4-BE49-F238E27FC236}">
                <a16:creationId xmlns:a16="http://schemas.microsoft.com/office/drawing/2014/main" id="{E6EEB876-5382-B56F-2136-D31B7128E8CE}"/>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rgbClr val="6E152E"/>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2783656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29FCE891-2873-1849-A37C-A2CF6D30A712}"/>
              </a:ext>
            </a:extLst>
          </p:cNvPr>
          <p:cNvSpPr txBox="1">
            <a:spLocks/>
          </p:cNvSpPr>
          <p:nvPr userDrawn="1"/>
        </p:nvSpPr>
        <p:spPr>
          <a:xfrm>
            <a:off x="838200" y="1669777"/>
            <a:ext cx="10515600" cy="1325563"/>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400" b="0" i="0" kern="1200">
                <a:solidFill>
                  <a:srgbClr val="A42145"/>
                </a:solidFill>
                <a:latin typeface="Montserrat SemiBold" panose="00000700000000000000" pitchFamily="2" charset="0"/>
                <a:ea typeface="+mj-ea"/>
                <a:cs typeface="+mj-cs"/>
              </a:defRPr>
            </a:lvl1pPr>
          </a:lstStyle>
          <a:p>
            <a:endParaRPr lang="es-MX" sz="4400" dirty="0"/>
          </a:p>
        </p:txBody>
      </p:sp>
      <p:sp>
        <p:nvSpPr>
          <p:cNvPr id="2" name="Título 1">
            <a:extLst>
              <a:ext uri="{FF2B5EF4-FFF2-40B4-BE49-F238E27FC236}">
                <a16:creationId xmlns:a16="http://schemas.microsoft.com/office/drawing/2014/main" id="{D3137A33-B79A-F64E-F541-047F8AB686E6}"/>
              </a:ext>
            </a:extLst>
          </p:cNvPr>
          <p:cNvSpPr>
            <a:spLocks noGrp="1"/>
          </p:cNvSpPr>
          <p:nvPr>
            <p:ph type="title" hasCustomPrompt="1"/>
          </p:nvPr>
        </p:nvSpPr>
        <p:spPr>
          <a:xfrm>
            <a:off x="1684733" y="1955870"/>
            <a:ext cx="8822533" cy="1325563"/>
          </a:xfrm>
          <a:prstGeom prst="rect">
            <a:avLst/>
          </a:prstGeom>
          <a:noFill/>
        </p:spPr>
        <p:txBody>
          <a:bodyPr/>
          <a:lstStyle>
            <a:lvl1pPr algn="l">
              <a:defRPr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8" name="Marcador de contenido 2">
            <a:extLst>
              <a:ext uri="{FF2B5EF4-FFF2-40B4-BE49-F238E27FC236}">
                <a16:creationId xmlns:a16="http://schemas.microsoft.com/office/drawing/2014/main" id="{E6EEB876-5382-B56F-2136-D31B7128E8CE}"/>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chemeClr val="bg1"/>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311532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29FCE891-2873-1849-A37C-A2CF6D30A712}"/>
              </a:ext>
            </a:extLst>
          </p:cNvPr>
          <p:cNvSpPr txBox="1">
            <a:spLocks/>
          </p:cNvSpPr>
          <p:nvPr userDrawn="1"/>
        </p:nvSpPr>
        <p:spPr>
          <a:xfrm>
            <a:off x="838200" y="1669777"/>
            <a:ext cx="10515600" cy="1325563"/>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400" b="0" i="0" kern="1200">
                <a:solidFill>
                  <a:srgbClr val="A42145"/>
                </a:solidFill>
                <a:latin typeface="Montserrat SemiBold" panose="00000700000000000000" pitchFamily="2" charset="0"/>
                <a:ea typeface="+mj-ea"/>
                <a:cs typeface="+mj-cs"/>
              </a:defRPr>
            </a:lvl1pPr>
          </a:lstStyle>
          <a:p>
            <a:endParaRPr lang="es-MX" sz="4400" dirty="0"/>
          </a:p>
        </p:txBody>
      </p:sp>
      <p:sp>
        <p:nvSpPr>
          <p:cNvPr id="2" name="Título 1">
            <a:extLst>
              <a:ext uri="{FF2B5EF4-FFF2-40B4-BE49-F238E27FC236}">
                <a16:creationId xmlns:a16="http://schemas.microsoft.com/office/drawing/2014/main" id="{D3137A33-B79A-F64E-F541-047F8AB686E6}"/>
              </a:ext>
            </a:extLst>
          </p:cNvPr>
          <p:cNvSpPr>
            <a:spLocks noGrp="1"/>
          </p:cNvSpPr>
          <p:nvPr>
            <p:ph type="title" hasCustomPrompt="1"/>
          </p:nvPr>
        </p:nvSpPr>
        <p:spPr>
          <a:xfrm>
            <a:off x="1684733" y="1955870"/>
            <a:ext cx="8822533" cy="1325563"/>
          </a:xfrm>
          <a:prstGeom prst="rect">
            <a:avLst/>
          </a:prstGeom>
          <a:noFill/>
        </p:spPr>
        <p:txBody>
          <a:bodyPr/>
          <a:lstStyle>
            <a:lvl1pPr algn="l">
              <a:defRPr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8" name="Marcador de contenido 2">
            <a:extLst>
              <a:ext uri="{FF2B5EF4-FFF2-40B4-BE49-F238E27FC236}">
                <a16:creationId xmlns:a16="http://schemas.microsoft.com/office/drawing/2014/main" id="{E6EEB876-5382-B56F-2136-D31B7128E8CE}"/>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chemeClr val="bg1"/>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1823596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Diapositiva de t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29FCE891-2873-1849-A37C-A2CF6D30A712}"/>
              </a:ext>
            </a:extLst>
          </p:cNvPr>
          <p:cNvSpPr txBox="1">
            <a:spLocks/>
          </p:cNvSpPr>
          <p:nvPr userDrawn="1"/>
        </p:nvSpPr>
        <p:spPr>
          <a:xfrm>
            <a:off x="838200" y="1669777"/>
            <a:ext cx="10515600" cy="1325563"/>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400" b="0" i="0" kern="1200">
                <a:solidFill>
                  <a:srgbClr val="A42145"/>
                </a:solidFill>
                <a:latin typeface="Montserrat SemiBold" panose="00000700000000000000" pitchFamily="2" charset="0"/>
                <a:ea typeface="+mj-ea"/>
                <a:cs typeface="+mj-cs"/>
              </a:defRPr>
            </a:lvl1pPr>
          </a:lstStyle>
          <a:p>
            <a:endParaRPr lang="es-MX" sz="4400" dirty="0"/>
          </a:p>
        </p:txBody>
      </p:sp>
      <p:sp>
        <p:nvSpPr>
          <p:cNvPr id="2" name="Título 1">
            <a:extLst>
              <a:ext uri="{FF2B5EF4-FFF2-40B4-BE49-F238E27FC236}">
                <a16:creationId xmlns:a16="http://schemas.microsoft.com/office/drawing/2014/main" id="{D3137A33-B79A-F64E-F541-047F8AB686E6}"/>
              </a:ext>
            </a:extLst>
          </p:cNvPr>
          <p:cNvSpPr>
            <a:spLocks noGrp="1"/>
          </p:cNvSpPr>
          <p:nvPr>
            <p:ph type="title" hasCustomPrompt="1"/>
          </p:nvPr>
        </p:nvSpPr>
        <p:spPr>
          <a:xfrm>
            <a:off x="1684733" y="1955870"/>
            <a:ext cx="8822533" cy="1325563"/>
          </a:xfrm>
          <a:prstGeom prst="rect">
            <a:avLst/>
          </a:prstGeom>
          <a:noFill/>
        </p:spPr>
        <p:txBody>
          <a:bodyPr/>
          <a:lstStyle>
            <a:lvl1pPr algn="l">
              <a:defRPr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1 piso </a:t>
            </a:r>
            <a:r>
              <a:rPr lang="es-ES" dirty="0" err="1"/>
              <a:t>Lorem</a:t>
            </a:r>
            <a:br>
              <a:rPr lang="es-ES" dirty="0"/>
            </a:br>
            <a:r>
              <a:rPr lang="es-ES" dirty="0"/>
              <a:t>Título Noto Sans 2 pisos </a:t>
            </a:r>
            <a:r>
              <a:rPr lang="es-ES" dirty="0" err="1"/>
              <a:t>Lorem</a:t>
            </a:r>
            <a:endParaRPr lang="es-MX" dirty="0"/>
          </a:p>
        </p:txBody>
      </p:sp>
      <p:sp>
        <p:nvSpPr>
          <p:cNvPr id="8" name="Marcador de contenido 2">
            <a:extLst>
              <a:ext uri="{FF2B5EF4-FFF2-40B4-BE49-F238E27FC236}">
                <a16:creationId xmlns:a16="http://schemas.microsoft.com/office/drawing/2014/main" id="{E6EEB876-5382-B56F-2136-D31B7128E8CE}"/>
              </a:ext>
            </a:extLst>
          </p:cNvPr>
          <p:cNvSpPr>
            <a:spLocks noGrp="1"/>
          </p:cNvSpPr>
          <p:nvPr>
            <p:ph idx="1" hasCustomPrompt="1"/>
          </p:nvPr>
        </p:nvSpPr>
        <p:spPr>
          <a:xfrm>
            <a:off x="363220" y="3460818"/>
            <a:ext cx="11465560" cy="365125"/>
          </a:xfrm>
          <a:prstGeom prst="rect">
            <a:avLst/>
          </a:prstGeom>
        </p:spPr>
        <p:txBody>
          <a:bodyPr>
            <a:noAutofit/>
          </a:bodyPr>
          <a:lstStyle>
            <a:lvl1pPr marL="0" indent="0" algn="ctr">
              <a:buNone/>
              <a:defRPr sz="2000" b="0" i="0">
                <a:solidFill>
                  <a:srgbClr val="6E152E"/>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a:t>00 de mes de 2026</a:t>
            </a:r>
          </a:p>
        </p:txBody>
      </p:sp>
    </p:spTree>
    <p:extLst>
      <p:ext uri="{BB962C8B-B14F-4D97-AF65-F5344CB8AC3E}">
        <p14:creationId xmlns:p14="http://schemas.microsoft.com/office/powerpoint/2010/main" val="4264150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Diapositiva de text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9CE3FC-652B-75A0-7C01-A07C269983EE}"/>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 40 </a:t>
            </a:r>
            <a:r>
              <a:rPr lang="es-ES" dirty="0" err="1"/>
              <a:t>pts</a:t>
            </a:r>
            <a:endParaRPr lang="es-MX" dirty="0"/>
          </a:p>
        </p:txBody>
      </p:sp>
      <p:sp>
        <p:nvSpPr>
          <p:cNvPr id="5" name="Marcador de contenido 2">
            <a:extLst>
              <a:ext uri="{FF2B5EF4-FFF2-40B4-BE49-F238E27FC236}">
                <a16:creationId xmlns:a16="http://schemas.microsoft.com/office/drawing/2014/main" id="{B38A2D54-41FD-25E7-12C6-E988EA08EDDD}"/>
              </a:ext>
            </a:extLst>
          </p:cNvPr>
          <p:cNvSpPr>
            <a:spLocks noGrp="1"/>
          </p:cNvSpPr>
          <p:nvPr>
            <p:ph idx="1" hasCustomPrompt="1"/>
          </p:nvPr>
        </p:nvSpPr>
        <p:spPr>
          <a:xfrm>
            <a:off x="293318" y="1478072"/>
            <a:ext cx="8465671" cy="4273024"/>
          </a:xfrm>
          <a:prstGeom prst="rect">
            <a:avLst/>
          </a:prstGeom>
        </p:spPr>
        <p:txBody>
          <a:bodyPr>
            <a:normAutofit/>
          </a:bodyPr>
          <a:lstStyle>
            <a:lvl1pPr marL="342900" indent="-342900" algn="l">
              <a:lnSpc>
                <a:spcPct val="100000"/>
              </a:lnSpc>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MX" dirty="0"/>
              <a:t>Lorem ipsum dolor sit amet, consectetur adipiscing elit. Sed non risus. Suspendisse lectus tortor, dignissim sit amet, adipiscing nec, ultricies sed, dolor. Cras elementum ultrices diam. Maecenas ligula massa, varius a, semper congue, euismod non, mi. Proin porttitor, orci nec nonummy molestie. </a:t>
            </a:r>
          </a:p>
          <a:p>
            <a:r>
              <a:rPr lang="es-MX" dirty="0"/>
              <a:t>De 250 a 600 carácteres. </a:t>
            </a:r>
            <a:endParaRPr lang="es-ES" dirty="0"/>
          </a:p>
        </p:txBody>
      </p:sp>
    </p:spTree>
    <p:extLst>
      <p:ext uri="{BB962C8B-B14F-4D97-AF65-F5344CB8AC3E}">
        <p14:creationId xmlns:p14="http://schemas.microsoft.com/office/powerpoint/2010/main" val="403897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Diapositiva de gráfic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Marcador de fecha 3">
            <a:extLst>
              <a:ext uri="{FF2B5EF4-FFF2-40B4-BE49-F238E27FC236}">
                <a16:creationId xmlns:a16="http://schemas.microsoft.com/office/drawing/2014/main" id="{406B404F-E77F-8733-93AF-FA175D7BA9B2}"/>
              </a:ext>
            </a:extLst>
          </p:cNvPr>
          <p:cNvSpPr>
            <a:spLocks noGrp="1"/>
          </p:cNvSpPr>
          <p:nvPr>
            <p:ph type="dt" sz="half" idx="10"/>
          </p:nvPr>
        </p:nvSpPr>
        <p:spPr>
          <a:xfrm>
            <a:off x="838200" y="6356351"/>
            <a:ext cx="27432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fld id="{62B8DF0E-90BF-EC4E-8934-156187A1162F}" type="datetimeFigureOut">
              <a:rPr lang="es-MX" smtClean="0"/>
              <a:pPr/>
              <a:t>28/10/2026</a:t>
            </a:fld>
            <a:endParaRPr lang="es-MX" dirty="0"/>
          </a:p>
        </p:txBody>
      </p:sp>
      <p:sp>
        <p:nvSpPr>
          <p:cNvPr id="13" name="Marcador de pie de página 4">
            <a:extLst>
              <a:ext uri="{FF2B5EF4-FFF2-40B4-BE49-F238E27FC236}">
                <a16:creationId xmlns:a16="http://schemas.microsoft.com/office/drawing/2014/main" id="{69EB8667-10C4-492C-B408-C1C193C77C4E}"/>
              </a:ext>
            </a:extLst>
          </p:cNvPr>
          <p:cNvSpPr>
            <a:spLocks noGrp="1"/>
          </p:cNvSpPr>
          <p:nvPr>
            <p:ph type="ftr" sz="quarter" idx="11"/>
          </p:nvPr>
        </p:nvSpPr>
        <p:spPr>
          <a:xfrm>
            <a:off x="4038600" y="6356351"/>
            <a:ext cx="41148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endParaRPr lang="es-MX" dirty="0"/>
          </a:p>
        </p:txBody>
      </p:sp>
      <p:sp>
        <p:nvSpPr>
          <p:cNvPr id="14" name="Marcador de número de diapositiva 5">
            <a:extLst>
              <a:ext uri="{FF2B5EF4-FFF2-40B4-BE49-F238E27FC236}">
                <a16:creationId xmlns:a16="http://schemas.microsoft.com/office/drawing/2014/main" id="{2A69FD4B-4B1B-05A0-91F6-1CD6A4DC4DEA}"/>
              </a:ext>
            </a:extLst>
          </p:cNvPr>
          <p:cNvSpPr>
            <a:spLocks noGrp="1"/>
          </p:cNvSpPr>
          <p:nvPr>
            <p:ph type="sldNum" sz="quarter" idx="12"/>
          </p:nvPr>
        </p:nvSpPr>
        <p:spPr>
          <a:xfrm>
            <a:off x="8610600" y="6356351"/>
            <a:ext cx="27432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fld id="{C119739B-ACC7-1A4E-906B-A9546BA1AB75}" type="slidenum">
              <a:rPr lang="es-MX" smtClean="0"/>
              <a:pPr/>
              <a:t>‹Nº›</a:t>
            </a:fld>
            <a:endParaRPr lang="es-MX" dirty="0"/>
          </a:p>
        </p:txBody>
      </p:sp>
      <p:sp>
        <p:nvSpPr>
          <p:cNvPr id="16" name="Marcador de contenido 2">
            <a:extLst>
              <a:ext uri="{FF2B5EF4-FFF2-40B4-BE49-F238E27FC236}">
                <a16:creationId xmlns:a16="http://schemas.microsoft.com/office/drawing/2014/main" id="{379E34AE-202E-6B66-01F7-73C46980205D}"/>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17" name="Título 1">
            <a:extLst>
              <a:ext uri="{FF2B5EF4-FFF2-40B4-BE49-F238E27FC236}">
                <a16:creationId xmlns:a16="http://schemas.microsoft.com/office/drawing/2014/main" id="{FFE5E6E7-68E4-D97D-00E8-E6CD0CD7C000}"/>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2674647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Título y objet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Marcador de contenido 2">
            <a:extLst>
              <a:ext uri="{FF2B5EF4-FFF2-40B4-BE49-F238E27FC236}">
                <a16:creationId xmlns:a16="http://schemas.microsoft.com/office/drawing/2014/main" id="{A410E530-BE62-1C47-566A-7FC4D45793F2}"/>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15" name="Título 1">
            <a:extLst>
              <a:ext uri="{FF2B5EF4-FFF2-40B4-BE49-F238E27FC236}">
                <a16:creationId xmlns:a16="http://schemas.microsoft.com/office/drawing/2014/main" id="{98799C87-5C83-10FC-D07B-4C5E9BF5192E}"/>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4065365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4_Título y objet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Marcador de contenido 2">
            <a:extLst>
              <a:ext uri="{FF2B5EF4-FFF2-40B4-BE49-F238E27FC236}">
                <a16:creationId xmlns:a16="http://schemas.microsoft.com/office/drawing/2014/main" id="{B25AFCF0-96EC-86F4-0FC7-0EE9FDDC3E0A}"/>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10" name="Título 1">
            <a:extLst>
              <a:ext uri="{FF2B5EF4-FFF2-40B4-BE49-F238E27FC236}">
                <a16:creationId xmlns:a16="http://schemas.microsoft.com/office/drawing/2014/main" id="{3ECA7C1E-9036-8A05-C2CE-BF4F3ED10565}"/>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2338441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Diapositiva de text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Marcador de contenido 2">
            <a:extLst>
              <a:ext uri="{FF2B5EF4-FFF2-40B4-BE49-F238E27FC236}">
                <a16:creationId xmlns:a16="http://schemas.microsoft.com/office/drawing/2014/main" id="{8F6FB833-AAB9-BD18-B3EE-53A87307C6F9}"/>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10" name="Título 1">
            <a:extLst>
              <a:ext uri="{FF2B5EF4-FFF2-40B4-BE49-F238E27FC236}">
                <a16:creationId xmlns:a16="http://schemas.microsoft.com/office/drawing/2014/main" id="{2A5BE417-A1AA-C27A-1625-26B6234DC9E0}"/>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155B4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3438024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2._Diapositiva de gráfic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Marcador de fecha 3">
            <a:extLst>
              <a:ext uri="{FF2B5EF4-FFF2-40B4-BE49-F238E27FC236}">
                <a16:creationId xmlns:a16="http://schemas.microsoft.com/office/drawing/2014/main" id="{33049571-67D9-7C4A-95BE-A7944144561A}"/>
              </a:ext>
            </a:extLst>
          </p:cNvPr>
          <p:cNvSpPr>
            <a:spLocks noGrp="1"/>
          </p:cNvSpPr>
          <p:nvPr>
            <p:ph type="dt" sz="half" idx="10"/>
          </p:nvPr>
        </p:nvSpPr>
        <p:spPr>
          <a:xfrm>
            <a:off x="838200" y="6356351"/>
            <a:ext cx="27432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fld id="{62B8DF0E-90BF-EC4E-8934-156187A1162F}" type="datetimeFigureOut">
              <a:rPr lang="es-MX" smtClean="0"/>
              <a:pPr/>
              <a:t>28/10/2026</a:t>
            </a:fld>
            <a:endParaRPr lang="es-MX" dirty="0"/>
          </a:p>
        </p:txBody>
      </p:sp>
      <p:sp>
        <p:nvSpPr>
          <p:cNvPr id="10" name="Marcador de pie de página 4">
            <a:extLst>
              <a:ext uri="{FF2B5EF4-FFF2-40B4-BE49-F238E27FC236}">
                <a16:creationId xmlns:a16="http://schemas.microsoft.com/office/drawing/2014/main" id="{4666AA57-9D0D-3640-9528-8B3DEDC6C971}"/>
              </a:ext>
            </a:extLst>
          </p:cNvPr>
          <p:cNvSpPr>
            <a:spLocks noGrp="1"/>
          </p:cNvSpPr>
          <p:nvPr>
            <p:ph type="ftr" sz="quarter" idx="11"/>
          </p:nvPr>
        </p:nvSpPr>
        <p:spPr>
          <a:xfrm>
            <a:off x="4038600" y="6356351"/>
            <a:ext cx="41148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endParaRPr lang="es-MX" dirty="0"/>
          </a:p>
        </p:txBody>
      </p:sp>
      <p:sp>
        <p:nvSpPr>
          <p:cNvPr id="11" name="Marcador de número de diapositiva 5">
            <a:extLst>
              <a:ext uri="{FF2B5EF4-FFF2-40B4-BE49-F238E27FC236}">
                <a16:creationId xmlns:a16="http://schemas.microsoft.com/office/drawing/2014/main" id="{BFB13A88-D95D-D640-A28D-F449DDA4C908}"/>
              </a:ext>
            </a:extLst>
          </p:cNvPr>
          <p:cNvSpPr>
            <a:spLocks noGrp="1"/>
          </p:cNvSpPr>
          <p:nvPr>
            <p:ph type="sldNum" sz="quarter" idx="12"/>
          </p:nvPr>
        </p:nvSpPr>
        <p:spPr>
          <a:xfrm>
            <a:off x="8610600" y="6356351"/>
            <a:ext cx="2743200" cy="365125"/>
          </a:xfrm>
        </p:spPr>
        <p:txBody>
          <a:bodyPr/>
          <a:lstStyle>
            <a:lvl1pPr>
              <a:defRPr>
                <a:latin typeface="Noto Sans Medium" panose="020B0502040504020204" pitchFamily="34" charset="0"/>
                <a:ea typeface="Noto Sans Medium" panose="020B0502040504020204" pitchFamily="34" charset="0"/>
                <a:cs typeface="Noto Sans Medium" panose="020B0502040504020204" pitchFamily="34" charset="0"/>
              </a:defRPr>
            </a:lvl1pPr>
          </a:lstStyle>
          <a:p>
            <a:fld id="{C119739B-ACC7-1A4E-906B-A9546BA1AB75}" type="slidenum">
              <a:rPr lang="es-MX" smtClean="0"/>
              <a:pPr/>
              <a:t>‹Nº›</a:t>
            </a:fld>
            <a:endParaRPr lang="es-MX" dirty="0"/>
          </a:p>
        </p:txBody>
      </p:sp>
      <p:sp>
        <p:nvSpPr>
          <p:cNvPr id="4" name="Marcador de contenido 2">
            <a:extLst>
              <a:ext uri="{FF2B5EF4-FFF2-40B4-BE49-F238E27FC236}">
                <a16:creationId xmlns:a16="http://schemas.microsoft.com/office/drawing/2014/main" id="{441BE394-58A7-4E70-1FAB-F188A2F005F0}"/>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5" name="Título 1">
            <a:extLst>
              <a:ext uri="{FF2B5EF4-FFF2-40B4-BE49-F238E27FC236}">
                <a16:creationId xmlns:a16="http://schemas.microsoft.com/office/drawing/2014/main" id="{4C660459-0224-1559-3746-BE3FFCF275F7}"/>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155B4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2733086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_Diapositiva de gráfic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7F858F36-24F0-0F21-7E8A-C06C1A43F295}"/>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6" name="Título 1">
            <a:extLst>
              <a:ext uri="{FF2B5EF4-FFF2-40B4-BE49-F238E27FC236}">
                <a16:creationId xmlns:a16="http://schemas.microsoft.com/office/drawing/2014/main" id="{28668712-BADA-D222-E0E1-9D1819CBE023}"/>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155B4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2110577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4_Diapositiva de gráficos">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Marcador de contenido 2">
            <a:extLst>
              <a:ext uri="{FF2B5EF4-FFF2-40B4-BE49-F238E27FC236}">
                <a16:creationId xmlns:a16="http://schemas.microsoft.com/office/drawing/2014/main" id="{A888F49F-5972-2223-6F9E-E4181EB2AB99}"/>
              </a:ext>
            </a:extLst>
          </p:cNvPr>
          <p:cNvSpPr>
            <a:spLocks noGrp="1"/>
          </p:cNvSpPr>
          <p:nvPr>
            <p:ph idx="1" hasCustomPrompt="1"/>
          </p:nvPr>
        </p:nvSpPr>
        <p:spPr>
          <a:xfrm>
            <a:off x="293318" y="1478071"/>
            <a:ext cx="8465671" cy="4698893"/>
          </a:xfrm>
          <a:prstGeom prst="rect">
            <a:avLst/>
          </a:prstGeom>
        </p:spPr>
        <p:txBody>
          <a:bodyPr>
            <a:normAutofit/>
          </a:bodyPr>
          <a:lstStyle>
            <a:lvl1pPr marL="342900" indent="-342900" algn="l">
              <a:buFont typeface="Arial" panose="020B0604020202020204" pitchFamily="34" charset="0"/>
              <a:buChar char="•"/>
              <a:defRPr sz="2400" b="0" i="0">
                <a:solidFill>
                  <a:srgbClr val="404040"/>
                </a:solidFill>
                <a:latin typeface="Noto Sans Medium" panose="020B0502040504020204" pitchFamily="34" charset="0"/>
                <a:ea typeface="Noto Sans Medium" panose="020B0502040504020204" pitchFamily="34" charset="0"/>
                <a:cs typeface="Noto Sans Medium" panose="020B0502040504020204" pitchFamily="34" charset="0"/>
              </a:defRPr>
            </a:lvl1pPr>
          </a:lstStyle>
          <a:p>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pPr marL="342900" marR="0" lvl="0" indent="-342900" algn="l" defTabSz="914377"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err="1"/>
              <a:t>Lorem</a:t>
            </a:r>
            <a:r>
              <a:rPr lang="es-ES" dirty="0"/>
              <a:t> </a:t>
            </a:r>
            <a:r>
              <a:rPr lang="es-ES" dirty="0" err="1"/>
              <a:t>ipsum</a:t>
            </a:r>
            <a:endParaRPr lang="es-ES" dirty="0"/>
          </a:p>
          <a:p>
            <a:endParaRPr lang="es-ES" dirty="0"/>
          </a:p>
        </p:txBody>
      </p:sp>
      <p:sp>
        <p:nvSpPr>
          <p:cNvPr id="13" name="Título 1">
            <a:extLst>
              <a:ext uri="{FF2B5EF4-FFF2-40B4-BE49-F238E27FC236}">
                <a16:creationId xmlns:a16="http://schemas.microsoft.com/office/drawing/2014/main" id="{6D14262A-6E69-6325-287E-2514CF5BE831}"/>
              </a:ext>
            </a:extLst>
          </p:cNvPr>
          <p:cNvSpPr>
            <a:spLocks noGrp="1"/>
          </p:cNvSpPr>
          <p:nvPr>
            <p:ph type="title" hasCustomPrompt="1"/>
          </p:nvPr>
        </p:nvSpPr>
        <p:spPr>
          <a:xfrm>
            <a:off x="293318" y="251901"/>
            <a:ext cx="8465671" cy="884717"/>
          </a:xfrm>
          <a:prstGeom prst="rect">
            <a:avLst/>
          </a:prstGeom>
          <a:noFill/>
        </p:spPr>
        <p:txBody>
          <a:bodyPr/>
          <a:lstStyle>
            <a:lvl1pPr algn="l">
              <a:defRPr sz="4000" b="1" i="0">
                <a:solidFill>
                  <a:srgbClr val="155B4E"/>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r>
              <a:rPr lang="es-ES" dirty="0"/>
              <a:t>Título Noto Sans</a:t>
            </a:r>
            <a:endParaRPr lang="es-MX" dirty="0"/>
          </a:p>
        </p:txBody>
      </p:sp>
    </p:spTree>
    <p:extLst>
      <p:ext uri="{BB962C8B-B14F-4D97-AF65-F5344CB8AC3E}">
        <p14:creationId xmlns:p14="http://schemas.microsoft.com/office/powerpoint/2010/main" val="1610021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_Inicio de Cap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3D9FF1CB-FC4F-3CD7-BAF7-F1137C3F47C3}"/>
              </a:ext>
            </a:extLst>
          </p:cNvPr>
          <p:cNvSpPr>
            <a:spLocks noGrp="1"/>
          </p:cNvSpPr>
          <p:nvPr>
            <p:ph type="body" sz="quarter" idx="13" hasCustomPrompt="1"/>
          </p:nvPr>
        </p:nvSpPr>
        <p:spPr>
          <a:xfrm>
            <a:off x="4609578" y="2690834"/>
            <a:ext cx="6605540" cy="561931"/>
          </a:xfrm>
          <a:prstGeom prst="rect">
            <a:avLst/>
          </a:prstGeom>
        </p:spPr>
        <p:txBody>
          <a:bodyPr>
            <a:normAutofit/>
          </a:bodyPr>
          <a:lstStyle>
            <a:lvl1pPr marL="0" indent="0" algn="l">
              <a:buNone/>
              <a:defRPr sz="4000"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err="1"/>
              <a:t>Inicio</a:t>
            </a:r>
            <a:r>
              <a:rPr lang="en-US" dirty="0"/>
              <a:t> de </a:t>
            </a:r>
            <a:r>
              <a:rPr lang="en-US" dirty="0" err="1"/>
              <a:t>capítulo</a:t>
            </a:r>
            <a:endParaRPr lang="en-US" dirty="0"/>
          </a:p>
        </p:txBody>
      </p:sp>
    </p:spTree>
    <p:extLst>
      <p:ext uri="{BB962C8B-B14F-4D97-AF65-F5344CB8AC3E}">
        <p14:creationId xmlns:p14="http://schemas.microsoft.com/office/powerpoint/2010/main" val="3105193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2_Inicio de Cap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6A049AC2-D024-9DC7-097C-D452745195B0}"/>
              </a:ext>
            </a:extLst>
          </p:cNvPr>
          <p:cNvSpPr>
            <a:spLocks noGrp="1"/>
          </p:cNvSpPr>
          <p:nvPr>
            <p:ph type="body" sz="quarter" idx="13" hasCustomPrompt="1"/>
          </p:nvPr>
        </p:nvSpPr>
        <p:spPr>
          <a:xfrm>
            <a:off x="4609578" y="2690834"/>
            <a:ext cx="6605540" cy="561931"/>
          </a:xfrm>
          <a:prstGeom prst="rect">
            <a:avLst/>
          </a:prstGeom>
        </p:spPr>
        <p:txBody>
          <a:bodyPr>
            <a:normAutofit/>
          </a:bodyPr>
          <a:lstStyle>
            <a:lvl1pPr marL="0" indent="0" algn="l">
              <a:buNone/>
              <a:defRPr sz="4000" b="1" i="0">
                <a:solidFill>
                  <a:schemeClr val="bg1"/>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err="1"/>
              <a:t>Inicio</a:t>
            </a:r>
            <a:r>
              <a:rPr lang="en-US" dirty="0"/>
              <a:t> de </a:t>
            </a:r>
            <a:r>
              <a:rPr lang="en-US" dirty="0" err="1"/>
              <a:t>capítulo</a:t>
            </a:r>
            <a:endParaRPr lang="en-US" dirty="0"/>
          </a:p>
        </p:txBody>
      </p:sp>
    </p:spTree>
    <p:extLst>
      <p:ext uri="{BB962C8B-B14F-4D97-AF65-F5344CB8AC3E}">
        <p14:creationId xmlns:p14="http://schemas.microsoft.com/office/powerpoint/2010/main" val="3033497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3_Inicio de Capítul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430AE3A5-AC7F-F880-B40B-F6F17411E9AE}"/>
              </a:ext>
            </a:extLst>
          </p:cNvPr>
          <p:cNvSpPr>
            <a:spLocks noGrp="1"/>
          </p:cNvSpPr>
          <p:nvPr>
            <p:ph type="body" sz="quarter" idx="13" hasCustomPrompt="1"/>
          </p:nvPr>
        </p:nvSpPr>
        <p:spPr>
          <a:xfrm>
            <a:off x="4609578" y="2690834"/>
            <a:ext cx="6605540" cy="561931"/>
          </a:xfrm>
          <a:prstGeom prst="rect">
            <a:avLst/>
          </a:prstGeom>
        </p:spPr>
        <p:txBody>
          <a:bodyPr>
            <a:normAutofit/>
          </a:bodyPr>
          <a:lstStyle>
            <a:lvl1pPr marL="0" indent="0" algn="l">
              <a:buNone/>
              <a:defRPr sz="4000" b="1" i="0">
                <a:solidFill>
                  <a:srgbClr val="9C2148"/>
                </a:solidFill>
                <a:latin typeface="Noto Sans SemiBold" panose="020B0502040504020204" pitchFamily="34" charset="0"/>
                <a:ea typeface="Noto Sans SemiBold" panose="020B0502040504020204" pitchFamily="34" charset="0"/>
                <a:cs typeface="Noto Sans SemiBold" panose="020B0502040504020204" pitchFamily="34" charset="0"/>
              </a:defRPr>
            </a:lvl1pPr>
          </a:lstStyle>
          <a:p>
            <a:pPr lvl="0"/>
            <a:r>
              <a:rPr lang="en-US" dirty="0" err="1"/>
              <a:t>Inicio</a:t>
            </a:r>
            <a:r>
              <a:rPr lang="en-US" dirty="0"/>
              <a:t> de </a:t>
            </a:r>
            <a:r>
              <a:rPr lang="en-US" dirty="0" err="1"/>
              <a:t>capítulo</a:t>
            </a:r>
            <a:endParaRPr lang="en-US" dirty="0"/>
          </a:p>
        </p:txBody>
      </p:sp>
    </p:spTree>
    <p:extLst>
      <p:ext uri="{BB962C8B-B14F-4D97-AF65-F5344CB8AC3E}">
        <p14:creationId xmlns:p14="http://schemas.microsoft.com/office/powerpoint/2010/main" val="250278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1A6CB96C-1C06-3B44-8615-D726F4477E85}"/>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B8DF0E-90BF-EC4E-8934-156187A1162F}" type="datetimeFigureOut">
              <a:rPr lang="es-MX" smtClean="0"/>
              <a:t>28/10/2026</a:t>
            </a:fld>
            <a:endParaRPr lang="es-MX"/>
          </a:p>
        </p:txBody>
      </p:sp>
      <p:sp>
        <p:nvSpPr>
          <p:cNvPr id="5" name="Marcador de pie de página 4">
            <a:extLst>
              <a:ext uri="{FF2B5EF4-FFF2-40B4-BE49-F238E27FC236}">
                <a16:creationId xmlns:a16="http://schemas.microsoft.com/office/drawing/2014/main" id="{113D1A4B-ADA7-7043-82FA-F7032EB1772F}"/>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802CF53-648D-B74F-A473-B4CC8BB23A51}"/>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9739B-ACC7-1A4E-906B-A9546BA1AB75}" type="slidenum">
              <a:rPr lang="es-MX" smtClean="0"/>
              <a:t>‹Nº›</a:t>
            </a:fld>
            <a:endParaRPr lang="es-MX"/>
          </a:p>
        </p:txBody>
      </p:sp>
    </p:spTree>
    <p:extLst>
      <p:ext uri="{BB962C8B-B14F-4D97-AF65-F5344CB8AC3E}">
        <p14:creationId xmlns:p14="http://schemas.microsoft.com/office/powerpoint/2010/main" val="1828472170"/>
      </p:ext>
    </p:extLst>
  </p:cSld>
  <p:clrMap bg1="lt1" tx1="dk1" bg2="lt2" tx2="dk2" accent1="accent1" accent2="accent2" accent3="accent3" accent4="accent4" accent5="accent5" accent6="accent6" hlink="hlink" folHlink="folHlink"/>
  <p:sldLayoutIdLst>
    <p:sldLayoutId id="2147483669" r:id="rId1"/>
    <p:sldLayoutId id="2147483660" r:id="rId2"/>
    <p:sldLayoutId id="2147483652" r:id="rId3"/>
    <p:sldLayoutId id="2147483676" r:id="rId4"/>
    <p:sldLayoutId id="2147483677" r:id="rId5"/>
    <p:sldLayoutId id="2147483678" r:id="rId6"/>
    <p:sldLayoutId id="2147483664" r:id="rId7"/>
    <p:sldLayoutId id="2147483650" r:id="rId8"/>
    <p:sldLayoutId id="2147483666" r:id="rId9"/>
    <p:sldLayoutId id="2147483667" r:id="rId10"/>
    <p:sldLayoutId id="2147483668" r:id="rId11"/>
    <p:sldLayoutId id="2147483663" r:id="rId12"/>
    <p:sldLayoutId id="2147483674" r:id="rId13"/>
    <p:sldLayoutId id="2147483653" r:id="rId14"/>
    <p:sldLayoutId id="2147483656" r:id="rId15"/>
    <p:sldLayoutId id="2147483673" r:id="rId16"/>
    <p:sldLayoutId id="2147483675" r:id="rId17"/>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E266A51-EC45-1424-4032-18465BBDEAB6}"/>
              </a:ext>
            </a:extLst>
          </p:cNvPr>
          <p:cNvGraphicFramePr>
            <a:graphicFrameLocks noGrp="1"/>
          </p:cNvGraphicFramePr>
          <p:nvPr>
            <p:extLst>
              <p:ext uri="{D42A27DB-BD31-4B8C-83A1-F6EECF244321}">
                <p14:modId xmlns:p14="http://schemas.microsoft.com/office/powerpoint/2010/main" val="1735490283"/>
              </p:ext>
            </p:extLst>
          </p:nvPr>
        </p:nvGraphicFramePr>
        <p:xfrm>
          <a:off x="4031672" y="207818"/>
          <a:ext cx="5493606" cy="6582954"/>
        </p:xfrm>
        <a:graphic>
          <a:graphicData uri="http://schemas.openxmlformats.org/drawingml/2006/table">
            <a:tbl>
              <a:tblPr firstRow="1" firstCol="1" bandRow="1">
                <a:tableStyleId>{D27102A9-8310-4765-A935-A1911B00CA55}</a:tableStyleId>
              </a:tblPr>
              <a:tblGrid>
                <a:gridCol w="781974">
                  <a:extLst>
                    <a:ext uri="{9D8B030D-6E8A-4147-A177-3AD203B41FA5}">
                      <a16:colId xmlns:a16="http://schemas.microsoft.com/office/drawing/2014/main" val="1955252041"/>
                    </a:ext>
                  </a:extLst>
                </a:gridCol>
                <a:gridCol w="4711632">
                  <a:extLst>
                    <a:ext uri="{9D8B030D-6E8A-4147-A177-3AD203B41FA5}">
                      <a16:colId xmlns:a16="http://schemas.microsoft.com/office/drawing/2014/main" val="821650657"/>
                    </a:ext>
                  </a:extLst>
                </a:gridCol>
              </a:tblGrid>
              <a:tr h="239365">
                <a:tc>
                  <a:txBody>
                    <a:bodyPr/>
                    <a:lstStyle/>
                    <a:p>
                      <a:pPr algn="ctr">
                        <a:buNone/>
                      </a:pPr>
                      <a:r>
                        <a:rPr lang="es-ES" sz="1100" kern="100" dirty="0">
                          <a:effectLst/>
                        </a:rPr>
                        <a:t>PLANTEL</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ctr">
                        <a:buNone/>
                      </a:pPr>
                      <a:r>
                        <a:rPr lang="es-ES" sz="1100" kern="100">
                          <a:effectLst/>
                        </a:rPr>
                        <a:t>CARRERAS QUE OFERTA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798499570"/>
                  </a:ext>
                </a:extLst>
              </a:tr>
              <a:tr h="168677">
                <a:tc>
                  <a:txBody>
                    <a:bodyPr/>
                    <a:lstStyle/>
                    <a:p>
                      <a:pPr algn="ctr">
                        <a:buNone/>
                      </a:pPr>
                      <a:r>
                        <a:rPr lang="es-MX" sz="1100" kern="100" dirty="0">
                          <a:effectLst/>
                        </a:rPr>
                        <a:t>CBTA 30</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AGROPECUARIO </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616504295"/>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PROGRAMACIÓN</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419226309"/>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EXPLOTACIÓN GANADERA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609747964"/>
                  </a:ext>
                </a:extLst>
              </a:tr>
              <a:tr h="201664">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EN OFIMÁTICA</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476631263"/>
                  </a:ext>
                </a:extLst>
              </a:tr>
              <a:tr h="201664">
                <a:tc>
                  <a:txBody>
                    <a:bodyPr/>
                    <a:lstStyle/>
                    <a:p>
                      <a:pPr algn="ctr">
                        <a:buNone/>
                      </a:pP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latin typeface="Calibri" panose="020F0502020204030204" pitchFamily="34" charset="0"/>
                          <a:ea typeface="Times New Roman" panose="02020603050405020304" pitchFamily="18" charset="0"/>
                          <a:cs typeface="Times New Roman" panose="02020603050405020304" pitchFamily="18" charset="0"/>
                        </a:rPr>
                        <a:t>TÉCNICO EN INTELIGENCIA ARTIFICIAL</a:t>
                      </a:r>
                    </a:p>
                  </a:txBody>
                  <a:tcPr marL="44363" marR="44363" marT="0" marB="0" anchor="b"/>
                </a:tc>
                <a:extLst>
                  <a:ext uri="{0D108BD9-81ED-4DB2-BD59-A6C34878D82A}">
                    <a16:rowId xmlns:a16="http://schemas.microsoft.com/office/drawing/2014/main" val="871316899"/>
                  </a:ext>
                </a:extLst>
              </a:tr>
              <a:tr h="168677">
                <a:tc>
                  <a:txBody>
                    <a:bodyPr/>
                    <a:lstStyle/>
                    <a:p>
                      <a:pPr algn="ctr">
                        <a:buNone/>
                      </a:pPr>
                      <a:r>
                        <a:rPr lang="es-MX" sz="1100" kern="100" dirty="0">
                          <a:effectLst/>
                        </a:rPr>
                        <a:t> </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ADMINISTRACIÓN DE EMPRENDIMIENTOS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964421495"/>
                  </a:ext>
                </a:extLst>
              </a:tr>
              <a:tr h="181498">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 MODALIDAD AUTOPLANEADA SABATINA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594883161"/>
                  </a:ext>
                </a:extLst>
              </a:tr>
              <a:tr h="168677">
                <a:tc>
                  <a:txBody>
                    <a:bodyPr/>
                    <a:lstStyle/>
                    <a:p>
                      <a:pPr algn="ctr">
                        <a:buNone/>
                      </a:pPr>
                      <a:r>
                        <a:rPr lang="es-MX" sz="1100" kern="100">
                          <a:effectLst/>
                        </a:rPr>
                        <a:t>CBTA 40</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455156164"/>
                  </a:ext>
                </a:extLst>
              </a:tr>
              <a:tr h="186758">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OFIMÁTICA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793349314"/>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ADMINISTRACIÓN DE EMPRENDIMIENTOS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855719574"/>
                  </a:ext>
                </a:extLst>
              </a:tr>
              <a:tr h="179744">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 MODALIDAD AUTOPLANEADA SABATINA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748239266"/>
                  </a:ext>
                </a:extLst>
              </a:tr>
              <a:tr h="168677">
                <a:tc>
                  <a:txBody>
                    <a:bodyPr/>
                    <a:lstStyle/>
                    <a:p>
                      <a:pPr algn="ctr">
                        <a:buNone/>
                      </a:pPr>
                      <a:r>
                        <a:rPr lang="es-MX" sz="1100" kern="100">
                          <a:effectLst/>
                        </a:rPr>
                        <a:t>CBTA 61</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860781866"/>
                  </a:ext>
                </a:extLst>
              </a:tr>
              <a:tr h="185004">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OFIMÁTICA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551655319"/>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PROGRAMACIÓN</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392102834"/>
                  </a:ext>
                </a:extLst>
              </a:tr>
              <a:tr h="177114">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ADMINISTRACIÓN PARA EL EMP. AGROPECUARIO</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254929142"/>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ADMINISTRACIÓN DE EMPRENDIMIENTOS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157445077"/>
                  </a:ext>
                </a:extLst>
              </a:tr>
              <a:tr h="211308">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DISEÑO GRÁFICO DIGITAL</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540281683"/>
                  </a:ext>
                </a:extLst>
              </a:tr>
              <a:tr h="168677">
                <a:tc>
                  <a:txBody>
                    <a:bodyPr/>
                    <a:lstStyle/>
                    <a:p>
                      <a:pPr algn="ctr">
                        <a:buNone/>
                      </a:pPr>
                      <a:r>
                        <a:rPr lang="es-MX" sz="1100" kern="100">
                          <a:effectLst/>
                        </a:rPr>
                        <a:t>CBTA 103</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678949509"/>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OFIMÁTICA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76825089"/>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PROGRAMACIÓN</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296160012"/>
                  </a:ext>
                </a:extLst>
              </a:tr>
              <a:tr h="169222">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VITICULTURA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136309592"/>
                  </a:ext>
                </a:extLst>
              </a:tr>
              <a:tr h="168677">
                <a:tc>
                  <a:txBody>
                    <a:bodyPr/>
                    <a:lstStyle/>
                    <a:p>
                      <a:pPr algn="ctr">
                        <a:buNone/>
                      </a:pPr>
                      <a:r>
                        <a:rPr lang="es-MX" sz="1100" kern="100">
                          <a:effectLst/>
                        </a:rPr>
                        <a:t>CBTA 204</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119390237"/>
                  </a:ext>
                </a:extLst>
              </a:tr>
              <a:tr h="185881">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EN OFIMÁTICA</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633131680"/>
                  </a:ext>
                </a:extLst>
              </a:tr>
              <a:tr h="185881">
                <a:tc>
                  <a:txBody>
                    <a:bodyPr/>
                    <a:lstStyle/>
                    <a:p>
                      <a:pPr algn="ctr">
                        <a:buNone/>
                      </a:pP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latin typeface="Calibri" panose="020F0502020204030204" pitchFamily="34" charset="0"/>
                          <a:ea typeface="Times New Roman" panose="02020603050405020304" pitchFamily="18" charset="0"/>
                          <a:cs typeface="Times New Roman" panose="02020603050405020304" pitchFamily="18" charset="0"/>
                        </a:rPr>
                        <a:t>TÉCNICO EN INTELIGENCIA ARTIFICIAL</a:t>
                      </a:r>
                    </a:p>
                  </a:txBody>
                  <a:tcPr marL="44363" marR="44363" marT="0" marB="0" anchor="b"/>
                </a:tc>
                <a:extLst>
                  <a:ext uri="{0D108BD9-81ED-4DB2-BD59-A6C34878D82A}">
                    <a16:rowId xmlns:a16="http://schemas.microsoft.com/office/drawing/2014/main" val="2552867950"/>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ADMÓN. DE EMPRENDIMIENTOS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145533258"/>
                  </a:ext>
                </a:extLst>
              </a:tr>
              <a:tr h="178867">
                <a:tc>
                  <a:txBody>
                    <a:bodyPr/>
                    <a:lstStyle/>
                    <a:p>
                      <a:pPr algn="ctr">
                        <a:buNone/>
                      </a:pPr>
                      <a:r>
                        <a:rPr lang="es-MX" sz="1100" kern="100">
                          <a:effectLst/>
                        </a:rPr>
                        <a:t>CBTA 205</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AGROPECUARIO</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4170118478"/>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EN SOPORTE Y MANTEMINIENTO DE EQUIPOS DE CÓMPUTO</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2818392215"/>
                  </a:ext>
                </a:extLst>
              </a:tr>
              <a:tr h="168677">
                <a:tc>
                  <a:txBody>
                    <a:bodyPr/>
                    <a:lstStyle/>
                    <a:p>
                      <a:pPr algn="ctr">
                        <a:buNone/>
                      </a:pP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latin typeface="Calibri" panose="020F0502020204030204" pitchFamily="34" charset="0"/>
                          <a:ea typeface="Times New Roman" panose="02020603050405020304" pitchFamily="18" charset="0"/>
                          <a:cs typeface="Times New Roman" panose="02020603050405020304" pitchFamily="18" charset="0"/>
                        </a:rPr>
                        <a:t>TÉCNICO EN OFIMÁTICA</a:t>
                      </a:r>
                    </a:p>
                  </a:txBody>
                  <a:tcPr marL="44363" marR="44363" marT="0" marB="0" anchor="b"/>
                </a:tc>
                <a:extLst>
                  <a:ext uri="{0D108BD9-81ED-4DB2-BD59-A6C34878D82A}">
                    <a16:rowId xmlns:a16="http://schemas.microsoft.com/office/drawing/2014/main" val="3097284488"/>
                  </a:ext>
                </a:extLst>
              </a:tr>
              <a:tr h="184128">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SOPORTE Y GESTIÓN DE TECNOLOGÍAS INFORMÁTICAS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127883559"/>
                  </a:ext>
                </a:extLst>
              </a:tr>
              <a:tr h="168677">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ADMINISTRACIÓN DE EMPRENDIMIENTOS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91977928"/>
                  </a:ext>
                </a:extLst>
              </a:tr>
              <a:tr h="190265">
                <a:tc>
                  <a:txBody>
                    <a:bodyPr/>
                    <a:lstStyle/>
                    <a:p>
                      <a:pPr algn="ctr">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AGROPECUARIO MODALIDAD AUTOPLANEADA SABATINA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3425716657"/>
                  </a:ext>
                </a:extLst>
              </a:tr>
              <a:tr h="168677">
                <a:tc>
                  <a:txBody>
                    <a:bodyPr/>
                    <a:lstStyle/>
                    <a:p>
                      <a:pPr algn="ctr">
                        <a:buNone/>
                      </a:pPr>
                      <a:r>
                        <a:rPr lang="es-MX" sz="1100" kern="100">
                          <a:effectLst/>
                        </a:rPr>
                        <a:t>CETAC 05</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 EN ADMÓN. DE RECURSOS HUMANOS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558681520"/>
                  </a:ext>
                </a:extLst>
              </a:tr>
              <a:tr h="182374">
                <a:tc>
                  <a:txBody>
                    <a:bodyPr/>
                    <a:lstStyle/>
                    <a:p>
                      <a:pPr algn="l">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ACUACULTURA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187731819"/>
                  </a:ext>
                </a:extLst>
              </a:tr>
              <a:tr h="168677">
                <a:tc>
                  <a:txBody>
                    <a:bodyPr/>
                    <a:lstStyle/>
                    <a:p>
                      <a:pPr algn="l">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RECURSOS HÍDRICOS</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4230064023"/>
                  </a:ext>
                </a:extLst>
              </a:tr>
              <a:tr h="168677">
                <a:tc>
                  <a:txBody>
                    <a:bodyPr/>
                    <a:lstStyle/>
                    <a:p>
                      <a:pPr algn="l">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a:effectLst/>
                        </a:rPr>
                        <a:t>TÉCNICO EN LOGÍSTICA</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432875208"/>
                  </a:ext>
                </a:extLst>
              </a:tr>
              <a:tr h="168677">
                <a:tc>
                  <a:txBody>
                    <a:bodyPr/>
                    <a:lstStyle/>
                    <a:p>
                      <a:pPr algn="l">
                        <a:buNone/>
                      </a:pPr>
                      <a:r>
                        <a:rPr lang="es-MX" sz="1100" kern="100">
                          <a:effectLst/>
                        </a:rPr>
                        <a:t> </a:t>
                      </a:r>
                      <a:endParaRPr lang="es-MX" sz="11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tc>
                  <a:txBody>
                    <a:bodyPr/>
                    <a:lstStyle/>
                    <a:p>
                      <a:pPr algn="l">
                        <a:buNone/>
                      </a:pPr>
                      <a:r>
                        <a:rPr lang="es-MX" sz="1100" kern="100" dirty="0">
                          <a:effectLst/>
                        </a:rPr>
                        <a:t>TÉCNICO EN SISTEMAS DE INFORMACIÓN GEOGRÁFICA</a:t>
                      </a:r>
                      <a:endParaRPr lang="es-MX" sz="11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363" marR="44363" marT="0" marB="0" anchor="b"/>
                </a:tc>
                <a:extLst>
                  <a:ext uri="{0D108BD9-81ED-4DB2-BD59-A6C34878D82A}">
                    <a16:rowId xmlns:a16="http://schemas.microsoft.com/office/drawing/2014/main" val="1076486609"/>
                  </a:ext>
                </a:extLst>
              </a:tr>
            </a:tbl>
          </a:graphicData>
        </a:graphic>
      </p:graphicFrame>
      <p:sp>
        <p:nvSpPr>
          <p:cNvPr id="5" name="Cuadro de texto 1">
            <a:extLst>
              <a:ext uri="{FF2B5EF4-FFF2-40B4-BE49-F238E27FC236}">
                <a16:creationId xmlns:a16="http://schemas.microsoft.com/office/drawing/2014/main" id="{41A3F9E9-7922-6366-7284-DE0F616195DF}"/>
              </a:ext>
            </a:extLst>
          </p:cNvPr>
          <p:cNvSpPr txBox="1"/>
          <p:nvPr/>
        </p:nvSpPr>
        <p:spPr>
          <a:xfrm>
            <a:off x="749012" y="451919"/>
            <a:ext cx="3176009" cy="685800"/>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buNone/>
            </a:pPr>
            <a:r>
              <a:rPr lang="es-ES" b="1"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t>CARRERAS OFERTADAS EN LOS PLANTELES </a:t>
            </a:r>
            <a:r>
              <a:rPr lang="es-ES" b="1" dirty="0" err="1">
                <a:ln>
                  <a:noFill/>
                </a:ln>
                <a:solidFill>
                  <a:srgbClr val="000000"/>
                </a:solidFill>
                <a:effectLst>
                  <a:outerShdw blurRad="38100" dist="19050" dir="2700000" algn="tl">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t>DGETAyCM</a:t>
            </a:r>
            <a:endParaRPr lang="es-MX"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buNone/>
            </a:pPr>
            <a:r>
              <a:rPr lang="es-ES" b="1" dirty="0">
                <a:ln>
                  <a:noFill/>
                </a:ln>
                <a:solidFill>
                  <a:srgbClr val="000000"/>
                </a:solidFill>
                <a:effectLst>
                  <a:outerShdw blurRad="38100" dist="19050" dir="2700000" algn="tl">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t>CICLO AGOSTO 2026-JULIO 2027</a:t>
            </a:r>
            <a:endParaRPr lang="es-MX"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CuadroTexto 5">
            <a:extLst>
              <a:ext uri="{FF2B5EF4-FFF2-40B4-BE49-F238E27FC236}">
                <a16:creationId xmlns:a16="http://schemas.microsoft.com/office/drawing/2014/main" id="{D249516A-1B54-E8D3-50DA-8483ACD63EBB}"/>
              </a:ext>
            </a:extLst>
          </p:cNvPr>
          <p:cNvSpPr txBox="1"/>
          <p:nvPr/>
        </p:nvSpPr>
        <p:spPr>
          <a:xfrm>
            <a:off x="1353449" y="2660488"/>
            <a:ext cx="1689822" cy="1200329"/>
          </a:xfrm>
          <a:prstGeom prst="rect">
            <a:avLst/>
          </a:prstGeom>
          <a:noFill/>
        </p:spPr>
        <p:txBody>
          <a:bodyPr wrap="square" rtlCol="0">
            <a:spAutoFit/>
          </a:bodyPr>
          <a:lstStyle/>
          <a:p>
            <a:pPr algn="ctr"/>
            <a:r>
              <a:rPr lang="es-MX" b="1" dirty="0"/>
              <a:t>CBTA 338</a:t>
            </a:r>
          </a:p>
          <a:p>
            <a:pPr marL="285750" indent="-285750">
              <a:buFont typeface="Arial" panose="020B0604020202020204" pitchFamily="34" charset="0"/>
              <a:buChar char="•"/>
            </a:pPr>
            <a:r>
              <a:rPr lang="es-MX" dirty="0"/>
              <a:t>I.A.</a:t>
            </a:r>
          </a:p>
          <a:p>
            <a:pPr marL="285750" indent="-285750">
              <a:buFont typeface="Arial" panose="020B0604020202020204" pitchFamily="34" charset="0"/>
              <a:buChar char="•"/>
            </a:pPr>
            <a:r>
              <a:rPr lang="es-MX" dirty="0"/>
              <a:t>LOGÍSTICA</a:t>
            </a:r>
          </a:p>
          <a:p>
            <a:pPr marL="285750" indent="-285750">
              <a:buFont typeface="Arial" panose="020B0604020202020204" pitchFamily="34" charset="0"/>
              <a:buChar char="•"/>
            </a:pPr>
            <a:r>
              <a:rPr lang="es-MX" dirty="0"/>
              <a:t>ROBÓTICA</a:t>
            </a:r>
          </a:p>
        </p:txBody>
      </p:sp>
    </p:spTree>
    <p:extLst>
      <p:ext uri="{BB962C8B-B14F-4D97-AF65-F5344CB8AC3E}">
        <p14:creationId xmlns:p14="http://schemas.microsoft.com/office/powerpoint/2010/main" val="19964006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df2563d-24bf-4ae6-9cf2-a9a97e1837d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A5930CDF2C09641B65DD610CEC07D7E" ma:contentTypeVersion="15" ma:contentTypeDescription="Crear nuevo documento." ma:contentTypeScope="" ma:versionID="fd556be1fc78c93dcd8e9bb2e4df2366">
  <xsd:schema xmlns:xsd="http://www.w3.org/2001/XMLSchema" xmlns:xs="http://www.w3.org/2001/XMLSchema" xmlns:p="http://schemas.microsoft.com/office/2006/metadata/properties" xmlns:ns3="cdf2563d-24bf-4ae6-9cf2-a9a97e1837d7" xmlns:ns4="55a99e25-03e3-4c50-aa63-89a8030174e4" targetNamespace="http://schemas.microsoft.com/office/2006/metadata/properties" ma:root="true" ma:fieldsID="2f57066649ac27bcb4195934b7022e09" ns3:_="" ns4:_="">
    <xsd:import namespace="cdf2563d-24bf-4ae6-9cf2-a9a97e1837d7"/>
    <xsd:import namespace="55a99e25-03e3-4c50-aa63-89a8030174e4"/>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ServiceSearchPropertie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f2563d-24bf-4ae6-9cf2-a9a97e1837d7"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5a99e25-03e3-4c50-aa63-89a8030174e4"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0B7080-0729-44BA-84AD-1A7FCD5C9FD1}">
  <ds:schemaRefs>
    <ds:schemaRef ds:uri="http://schemas.microsoft.com/sharepoint/v3/contenttype/forms"/>
  </ds:schemaRefs>
</ds:datastoreItem>
</file>

<file path=customXml/itemProps2.xml><?xml version="1.0" encoding="utf-8"?>
<ds:datastoreItem xmlns:ds="http://schemas.openxmlformats.org/officeDocument/2006/customXml" ds:itemID="{82E5D860-00FB-442E-B43A-A37ADA07EED4}">
  <ds:schemaRefs>
    <ds:schemaRef ds:uri="cdf2563d-24bf-4ae6-9cf2-a9a97e1837d7"/>
    <ds:schemaRef ds:uri="http://schemas.microsoft.com/office/2006/metadata/properties"/>
    <ds:schemaRef ds:uri="http://www.w3.org/XML/1998/namespace"/>
    <ds:schemaRef ds:uri="http://schemas.openxmlformats.org/package/2006/metadata/core-properties"/>
    <ds:schemaRef ds:uri="http://purl.org/dc/elements/1.1/"/>
    <ds:schemaRef ds:uri="http://schemas.microsoft.com/office/infopath/2007/PartnerControls"/>
    <ds:schemaRef ds:uri="http://schemas.microsoft.com/office/2006/documentManagement/types"/>
    <ds:schemaRef ds:uri="55a99e25-03e3-4c50-aa63-89a8030174e4"/>
    <ds:schemaRef ds:uri="http://purl.org/dc/dcmitype/"/>
    <ds:schemaRef ds:uri="http://purl.org/dc/terms/"/>
  </ds:schemaRefs>
</ds:datastoreItem>
</file>

<file path=customXml/itemProps3.xml><?xml version="1.0" encoding="utf-8"?>
<ds:datastoreItem xmlns:ds="http://schemas.openxmlformats.org/officeDocument/2006/customXml" ds:itemID="{25AAB59E-7098-4DAC-B8D3-6C1C6FE18D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f2563d-24bf-4ae6-9cf2-a9a97e1837d7"/>
    <ds:schemaRef ds:uri="55a99e25-03e3-4c50-aa63-89a8030174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6301</TotalTime>
  <Words>208</Words>
  <Application>Microsoft Office PowerPoint</Application>
  <PresentationFormat>Panorámica</PresentationFormat>
  <Paragraphs>77</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Noto Sans Medium</vt:lpstr>
      <vt:lpstr>Noto Sans SemiBold</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AGS SCEO DEPACAD</cp:lastModifiedBy>
  <cp:revision>100</cp:revision>
  <dcterms:created xsi:type="dcterms:W3CDTF">2018-12-04T03:27:02Z</dcterms:created>
  <dcterms:modified xsi:type="dcterms:W3CDTF">2026-10-28T15:52:25Z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0x0101002A5930CDF2C09641B65DD610CEC07D7E</vt:lpwstr>
  </property>
</Properties>
</file>